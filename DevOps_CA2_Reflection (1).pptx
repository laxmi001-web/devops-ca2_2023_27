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868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5B7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CA-II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371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FA3-CLIP DEEPFAKE DETECTOR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Infrastructure as Code, Containers &amp; Monitoring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Laxmi Sah (PRN 23070122125)   |   Diksha Jha (PRN 23070122086)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Symbiosis Institute of Technology, Pune  |  B.Tech Computer Engineering 2023-27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spc="200" kern="0" dirty="0">
                <a:solidFill>
                  <a:srgbClr val="1111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ARCHITECTURE</a:t>
            </a:r>
            <a:endParaRPr lang="en-US" sz="3400" dirty="0"/>
          </a:p>
        </p:txBody>
      </p:sp>
      <p:pic>
        <p:nvPicPr>
          <p:cNvPr id="3" name="Image 0" descr="architecture_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18928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0040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BTech project: FastAPI app serving an FA3-CLIP deepfake image detector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runs on Kubernetes: 3 replicas behind a NodePort service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prepares the host: packages, user and config files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scrapes /metrics; Grafana shows uptime, latency and errors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spc="200" kern="0" dirty="0">
                <a:solidFill>
                  <a:srgbClr val="1111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PIPELINE FLOW</a:t>
            </a:r>
            <a:endParaRPr lang="en-US" sz="3400" dirty="0"/>
          </a:p>
        </p:txBody>
      </p:sp>
      <p:pic>
        <p:nvPicPr>
          <p:cNvPr id="3" name="Image 0" descr="pipeline_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18928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0040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push or pull request to main (GitHub Actions)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job runs 4 API tests with pytest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job creates the Docker image and pushes it to GHCR (commit SHA tag)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job validates the Kubernetes manifests; rollout shown on minikube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spc="200" kern="0" dirty="0">
                <a:solidFill>
                  <a:srgbClr val="1111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CHALLENGES FACED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5B73C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2801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3C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Large model file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6459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 MB checkpoint kept out of git and image; demo mode in containers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5B73C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28032" y="12801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3C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Pipeline failures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16459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 needs lowercase image names; a # broke a YAML echo step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5B73C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" y="25146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3C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Cluster not ready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8803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could not pull its network plugin; rebuilt with --cni=bridge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42316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5B73C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28032" y="25146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3C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Prometheus could not scrape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28803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bridge network timed out; switched to host networking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5B73C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" y="37490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3C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Corrupted Docker cache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" y="41148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went missing in Codespaces; fixed with docker system prune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65760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5B73C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28032" y="37490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3C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Slow model startup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28032" y="41148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and liveness probes with initial delays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spc="200" kern="0" dirty="0">
                <a:solidFill>
                  <a:srgbClr val="1111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LESSONS LEARNED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1234440"/>
            <a:ext cx="6583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real error message: most fixes were one-line changes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heavy model artifacts separate from code and images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updates and rollback give releases without downtime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error-rate metrics reveal problems early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as code (YAML, playbooks, dashboard JSON) is reproducible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GPU deployment, alerting and video deepfake support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2026-10-05T04:36:38Z</dcterms:created>
  <dcterms:modified xsi:type="dcterms:W3CDTF">2026-10-05T04:36:38Z</dcterms:modified>
</cp:coreProperties>
</file>